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two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creen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teer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alph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bbasv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change_and_outcom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deepseek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deepseek_f3048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deepseek_f3048_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codellama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dellama_f13147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codellama_task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evidence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