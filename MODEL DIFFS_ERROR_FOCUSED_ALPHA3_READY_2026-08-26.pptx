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lph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bbas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hange_and_outcom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deepseek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3048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f3048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codellama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f13147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codellama_tas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evidenc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1626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91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OUTDATED · superseded candidate pool and/or non-canonical seed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