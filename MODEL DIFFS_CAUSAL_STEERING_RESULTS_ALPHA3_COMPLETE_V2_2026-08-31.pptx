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78" r:id="rId29"/>
    <p:sldId id="279" r:id="rId30"/>
    <p:sldId id="260" r:id="rId11"/>
    <p:sldId id="261" r:id="rId12"/>
    <p:sldId id="262" r:id="rId13"/>
    <p:sldId id="280" r:id="rId31"/>
    <p:sldId id="263" r:id="rId14"/>
    <p:sldId id="264" r:id="rId15"/>
    <p:sldId id="281" r:id="rId32"/>
    <p:sldId id="282" r:id="rId33"/>
    <p:sldId id="283" r:id="rId34"/>
    <p:sldId id="284" r:id="rId35"/>
    <p:sldId id="285" r:id="rId36"/>
    <p:sldId id="286" r:id="rId37"/>
    <p:sldId id="287" r:id="rId25"/>
    <p:sldId id="288" r:id="rId26"/>
    <p:sldId id="289" r:id="rId27"/>
    <p:sldId id="290" r:id="rId28"/>
    <p:sldId id="291" r:id="rId24"/>
    <p:sldId id="292" r:id="rId23"/>
    <p:sldId id="293" r:id="rId22"/>
    <p:sldId id="294" r:id="rId21"/>
    <p:sldId id="295" r:id="rId20"/>
    <p:sldId id="296" r:id="rId19"/>
    <p:sldId id="297" r:id="rId18"/>
    <p:sldId id="298" r:id="rId17"/>
    <p:sldId id="299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31.xml"/><Relationship Id="rId17" Type="http://schemas.openxmlformats.org/officeDocument/2006/relationships/slide" Target="slides/slide30.xml"/><Relationship Id="rId18" Type="http://schemas.openxmlformats.org/officeDocument/2006/relationships/slide" Target="slides/slide29.xml"/><Relationship Id="rId19" Type="http://schemas.openxmlformats.org/officeDocument/2006/relationships/slide" Target="slides/slide28.xml"/><Relationship Id="rId20" Type="http://schemas.openxmlformats.org/officeDocument/2006/relationships/slide" Target="slides/slide27.xml"/><Relationship Id="rId21" Type="http://schemas.openxmlformats.org/officeDocument/2006/relationships/slide" Target="slides/slide26.xml"/><Relationship Id="rId22" Type="http://schemas.openxmlformats.org/officeDocument/2006/relationships/slide" Target="slides/slide25.xml"/><Relationship Id="rId23" Type="http://schemas.openxmlformats.org/officeDocument/2006/relationships/slide" Target="slides/slide24.xml"/><Relationship Id="rId24" Type="http://schemas.openxmlformats.org/officeDocument/2006/relationships/slide" Target="slides/slide23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5.xml"/><Relationship Id="rId30" Type="http://schemas.openxmlformats.org/officeDocument/2006/relationships/slide" Target="slides/slide6.xml"/><Relationship Id="rId31" Type="http://schemas.openxmlformats.org/officeDocument/2006/relationships/slide" Target="slides/slide10.xml"/><Relationship Id="rId32" Type="http://schemas.openxmlformats.org/officeDocument/2006/relationships/slide" Target="slides/slide13.xml"/><Relationship Id="rId33" Type="http://schemas.openxmlformats.org/officeDocument/2006/relationships/slide" Target="slides/slide14.xml"/><Relationship Id="rId34" Type="http://schemas.openxmlformats.org/officeDocument/2006/relationships/slide" Target="slides/slide15.xml"/><Relationship Id="rId35" Type="http://schemas.openxmlformats.org/officeDocument/2006/relationships/slide" Target="slides/slide16.xml"/><Relationship Id="rId36" Type="http://schemas.openxmlformats.org/officeDocument/2006/relationships/slide" Target="slides/slide17.xml"/><Relationship Id="rId37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3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3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3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3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qu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two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behav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transition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paired_error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screen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candidate_p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_steering_protoc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_feature24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_codellama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