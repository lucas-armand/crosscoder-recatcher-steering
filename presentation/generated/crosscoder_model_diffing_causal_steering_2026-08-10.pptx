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behavioral paradox, not the architecture. The scientific question is whether a shared sparse representation can explain why the models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task: BigCodeBench/668. Show the exact full outputs in the appendix/source data if challenged; the slide uses a compact excerpt. Active gate steps were 8, 113, and 152 of 251 generated-token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758952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FROM MODEL DIFFS
TO CAUSAL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658368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Using a CrossCoder to explain behavioral differences
between base and fine-tuned code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731520"/>
            <a:ext cx="2926080" cy="49834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097280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The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554480"/>
            <a:ext cx="205740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The model solved
the task—then
kept writing.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794760"/>
            <a:ext cx="20574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A single latent feature helped control that continuation.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evaluation tells us what changed. The CrossCoder asks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7648" y="1828800"/>
            <a:ext cx="516636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12848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2212848"/>
            <a:ext cx="2286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8892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Base passes / fine-tuned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0156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01568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Base fails / fine-tuned passes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14215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14215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What kind of error occurred?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7889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78892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Paired layer-16 residuals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40156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401568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Shared sparse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014215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014215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Aptos"/>
              </a:rPr>
              <a:t>Decoder directions for intervention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Behavior localizes the difference. Features turn it into a testable hypothesis.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DSTK100 gives both models a shared sparse vocabulary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05740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1554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layer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2057400" cy="960120"/>
          </a:xfrm>
          <a:prstGeom prst="round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ptos"/>
              </a:rPr>
              <a:t>FINE-TUNED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30752"/>
            <a:ext cx="1554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layer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43200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same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40280"/>
            <a:ext cx="2834640" cy="19659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Aptos"/>
              </a:rPr>
              <a:t>CROSSCODER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63240"/>
            <a:ext cx="21945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172033"/>
                </a:solidFill>
                <a:latin typeface="Aptos"/>
              </a:rPr>
              <a:t>16,384 latents
ReLU + TopK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62072"/>
            <a:ext cx="502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862072"/>
            <a:ext cx="502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6002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103120"/>
            <a:ext cx="210312" cy="21031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2103120"/>
            <a:ext cx="210312" cy="2103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2103120"/>
            <a:ext cx="210312" cy="21031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36608" y="2103120"/>
            <a:ext cx="210312" cy="21031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3224" y="2103120"/>
            <a:ext cx="210312" cy="2103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9840" y="2103120"/>
            <a:ext cx="210312" cy="21031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06456" y="2103120"/>
            <a:ext cx="210312" cy="21031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60604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ptos"/>
              </a:rPr>
              <a:t>100 active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1752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per evaluated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2,608 code texts   ·   617,959 evaluated tokens   ·   same-text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BEHAVIORAL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One-sided transitions expose where the models actually diverge</a:t>
            </a:r>
          </a:p>
        </p:txBody>
      </p:sp>
      <p:pic>
        <p:nvPicPr>
          <p:cNvPr id="7" name="Picture 6" descr="transition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10241280" cy="3791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434840"/>
            <a:ext cx="1828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Aptos"/>
              </a:rPr>
              <a:t>343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one-sided transitions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434840"/>
            <a:ext cx="1828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10B981"/>
                </a:solidFill>
                <a:latin typeface="Aptos"/>
              </a:rPr>
              <a:t>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02920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base fail → FT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434840"/>
            <a:ext cx="1828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EF4444"/>
                </a:solidFill>
                <a:latin typeface="Aptos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02920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base pass → FT 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ERROR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“Regression” is an outcome—not a single mechanism</a:t>
            </a:r>
          </a:p>
        </p:txBody>
      </p:sp>
      <p:pic>
        <p:nvPicPr>
          <p:cNvPr id="7" name="Picture 6" descr="failur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040880" cy="33953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737360"/>
            <a:ext cx="338328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103120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Why classify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74320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743200"/>
            <a:ext cx="2377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Different errors imply different causal hypotheses.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5643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56432"/>
            <a:ext cx="2377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A global fail label can mix incompatible mechanisms.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16966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169664"/>
            <a:ext cx="2377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Taxonomy defines the cohort we should intervene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We ranked stable contrasts—not raw activation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4 summaries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06624"/>
            <a:ext cx="1600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172033"/>
                </a:solidFill>
                <a:latin typeface="Aptos"/>
              </a:rPr>
              <a:t>max · early_max
mean · active fraction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87168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2139696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Δ per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706624"/>
            <a:ext cx="1600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172033"/>
                </a:solidFill>
                <a:latin typeface="Aptos"/>
              </a:rPr>
              <a:t>aggregate(FT text)
− aggregate(base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87168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82880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139696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Observed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06624"/>
            <a:ext cx="1600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172033"/>
                </a:solidFill>
                <a:latin typeface="Aptos"/>
              </a:rPr>
              <a:t>mean Δ positives
− mean Δ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487168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82880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139696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200 permutations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706624"/>
            <a:ext cx="1600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172033"/>
                </a:solidFill>
                <a:latin typeface="Aptos"/>
              </a:rPr>
              <a:t>shuffle labels;
recompute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487168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2880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139696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ptos"/>
              </a:rPr>
              <a:t>E/V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706624"/>
            <a:ext cx="1600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172033"/>
                </a:solidFill>
                <a:latin typeface="Aptos"/>
              </a:rPr>
              <a:t>effect ÷ null SD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43400"/>
            <a:ext cx="1033272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617720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Minimum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90288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max(3 tasks, 10% of positives)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572000"/>
            <a:ext cx="49834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E/V is a permutation signal-to-noise score—not a z-score or a p-value.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SCREENING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Feature 6404 ranked #2—and the result was specification-robust</a:t>
            </a:r>
          </a:p>
        </p:txBody>
      </p:sp>
      <p:pic>
        <p:nvPicPr>
          <p:cNvPr id="7" name="Picture 6" descr="ev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98079" cy="39846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645920"/>
            <a:ext cx="2971800" cy="352044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2402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  <a:latin typeface="Aptos"/>
              </a:rPr>
              <a:t>6404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770632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ptos"/>
              </a:rPr>
              <a:t>E/V 4.47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246120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172033"/>
                </a:solidFill>
                <a:latin typeface="Aptos"/>
              </a:rPr>
              <a:t>47 / 79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950208"/>
            <a:ext cx="24231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Aptos"/>
              </a:rPr>
              <a:t>Same Top 10 with all four aggregations or E/V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SENSITIVITY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Aggregation choices matter elsewhere—but not for the 6404 shortlist</a:t>
            </a:r>
          </a:p>
        </p:txBody>
      </p:sp>
      <p:pic>
        <p:nvPicPr>
          <p:cNvPr id="7" name="Picture 6" descr="screenin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6492240" cy="30591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691640"/>
            <a:ext cx="35204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057400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9748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697480"/>
            <a:ext cx="2468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BCB regressions: identical Top 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41071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410712"/>
            <a:ext cx="2468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BCB improvements: persistent features dominate when mean/frequency enter.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1239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123944"/>
            <a:ext cx="2468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Aggregation encodes a mechanistic preference, not a neutral preprocessing choice.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SELECTION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 good causal candidate aligns meaning, failure mode, and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Aptos"/>
              </a:rPr>
              <a:t>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269748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ptos"/>
              </a:rPr>
              <a:t>What tokens and contexts
activate the feature?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212848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ptos"/>
              </a:rP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852928"/>
            <a:ext cx="269748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ptos"/>
              </a:rPr>
              <a:t>Which behavioral transition
is it associated with?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2212848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Aptos"/>
              </a:rPr>
              <a:t>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2852928"/>
            <a:ext cx="269748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ptos"/>
              </a:rPr>
              <a:t>Does activation precede
the relevant decision?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ptos"/>
              </a:rPr>
              <a:t>Semantic clarity alone is not enough: a late feature may be a consequence or style marker.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TEMPORAL PLAUSIBILITY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First-activation position separates plausible causes from late markers</a:t>
            </a:r>
          </a:p>
        </p:txBody>
      </p:sp>
      <p:pic>
        <p:nvPicPr>
          <p:cNvPr id="7" name="Picture 6" descr="feature_first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55279" cy="39440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554480"/>
            <a:ext cx="2514600" cy="406908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874519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317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Feature 12956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788920"/>
            <a:ext cx="1828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Expected output /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57600"/>
            <a:ext cx="182880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Semantically clear—often too late to explain the implementation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MECHANISTIC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pearl: many ‘improvements’ were simply cleaner stopping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8404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900" b="1">
                <a:solidFill>
                  <a:srgbClr val="F59E0B"/>
                </a:solidFill>
                <a:latin typeface="Aptos"/>
              </a:rPr>
              <a:t>119 / 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Aptos"/>
              </a:rPr>
              <a:t>BigCodeBench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5400" b="1">
                <a:solidFill>
                  <a:srgbClr val="111827"/>
                </a:solidFill>
                <a:latin typeface="Aptos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67912"/>
            <a:ext cx="3749039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ptos"/>
              </a:rPr>
              <a:t>test/import contamination in the base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325880"/>
            <a:ext cx="5989320" cy="41605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783080"/>
            <a:ext cx="5257800" cy="2331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 Mono"/>
              </a:rPr>
              <a:t> def task_func(...):
     ... plausible solution ...
-
-# tests
-from task_func import task_func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434840"/>
            <a:ext cx="5257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BD5E1"/>
                </a:solidFill>
                <a:latin typeface="Aptos"/>
              </a:rPr>
              <a:t>The fine-tuned model often won by stopping—not by implementing a different algorithm.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Feature 6404 matched the semantics of post-solution continuation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754880" cy="40690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3716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2563EB"/>
                </a:solidFill>
                <a:latin typeface="Aptos"/>
              </a:rPr>
              <a:t>6404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3291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Aptos"/>
              </a:rPr>
              <a:t>Dominant activation contexts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3291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47288"/>
            <a:ext cx="3291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should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22776"/>
            <a:ext cx="3291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assumptions / 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98264"/>
            <a:ext cx="3291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comments and boilerplate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508760"/>
            <a:ext cx="54406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18288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2563EB"/>
                </a:solidFill>
                <a:latin typeface="Aptos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contamination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457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874519"/>
            <a:ext cx="18288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64748B"/>
                </a:solidFill>
                <a:latin typeface="Aptos"/>
              </a:rPr>
              <a:t>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0604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other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4114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ptos"/>
              </a:rPr>
              <a:t>Exploratory odds ratio ≈ 4.44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42976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Association generated the hypothesis; it did not establish causality.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CAUSAL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 deliberately selected cohort turned the hypothesis into a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7315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Base 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965960"/>
            <a:ext cx="7315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Fine-tuned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965960"/>
            <a:ext cx="7315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Base generated tests/imports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9164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799" y="1965960"/>
            <a:ext cx="7315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Feature 6404 was naturally 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160520"/>
            <a:ext cx="118872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500" b="1">
                <a:solidFill>
                  <a:srgbClr val="2563EB"/>
                </a:solidFill>
                <a:latin typeface="Aptos"/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343400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Aptos"/>
              </a:rPr>
              <a:t>mechanistic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ptos"/>
              </a:rPr>
              <a:t>Selected for mechanism—not an out-of-sample estimate.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ONLINE GATED STEERING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We intervened only when 6404 entered the natural TopK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Current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capture layer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6916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965960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Paired residuals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423160"/>
            <a:ext cx="1691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RMS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103120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16916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1965960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DSTK100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423160"/>
            <a:ext cx="1691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ReLU + TopK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103120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16916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1965960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6404 active?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423160"/>
            <a:ext cx="1691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gate 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2103120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16916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5248" y="1965960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Next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423160"/>
            <a:ext cx="1691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continue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3886200"/>
            <a:ext cx="964692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224528"/>
            <a:ext cx="8915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Mono"/>
              </a:rPr>
              <a:t>h′ₜ = hₜ + α · z₆₄₀₄,ₜ · RMS(hₜ) · d₆₄₀₄,base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13248"/>
            <a:ext cx="8503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Aptos"/>
              </a:rPr>
              <a:t>The intervention changes the next-token distribution; it does not rewrite earlier tokens.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TOKEN-LEVEL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One example: the baseline solved the task, then imported its own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40680" cy="35661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tos"/>
              </a:rPr>
              <a:t>BASELINE ·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6634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 Mono"/>
              </a:rPr>
              <a:t>return []
# tests/test_task_func.py
import unittest
from task_func import task_func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4663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plausible function body is followed by test/import contamination.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3566160"/>
          </a:xfrm>
          <a:prstGeom prst="round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6404 SUPPRESSION ·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 Mono"/>
              </a:rPr>
              <a:t>return min_subsequence
# task_func({...})
# task_func({...})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51960"/>
            <a:ext cx="4663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Official pass; no generated test module import.</a:t>
            </a:r>
          </a:p>
        </p:txBody>
      </p:sp>
      <p:pic>
        <p:nvPicPr>
          <p:cNvPr id="15" name="Picture 14" descr="f6404_task668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074920"/>
            <a:ext cx="10058400" cy="1170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0" y="6336792"/>
            <a:ext cx="8503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Red marks: online steps where feature 6404 entered the active TopK in the steered trajectory.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MAIN CAUSAL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intervention recovered official passes—not just prettier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3891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5000" b="1">
                <a:solidFill>
                  <a:srgbClr val="2563EB"/>
                </a:solidFill>
                <a:latin typeface="Aptos"/>
              </a:rPr>
              <a:t>19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389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ptos"/>
              </a:rPr>
              <a:t>fail → official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3891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5000" b="1">
                <a:solidFill>
                  <a:srgbClr val="F59E0B"/>
                </a:solidFill>
                <a:latin typeface="Aptos"/>
              </a:rPr>
              <a:t>41 / 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4389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ptos"/>
              </a:rPr>
              <a:t>test/import contamination removed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794760"/>
            <a:ext cx="973836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4187952"/>
            <a:ext cx="90068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ptos"/>
              </a:rPr>
              <a:t>α = −2   ·   TopK-gated   ·   exact code evaluated with extraction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94960"/>
            <a:ext cx="8503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ptos"/>
              </a:rPr>
              <a:t>Cohort selected for this mechanism; do not read 23.75% as general benchmark 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Matched controls isolate the 6404 direction</a:t>
            </a:r>
          </a:p>
        </p:txBody>
      </p:sp>
      <p:pic>
        <p:nvPicPr>
          <p:cNvPr id="7" name="Picture 6" descr="matched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909560" cy="43842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600200"/>
            <a:ext cx="251460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874519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Controls matched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9572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1554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decoder norm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9864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898648"/>
            <a:ext cx="1554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activation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0156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401568"/>
            <a:ext cx="1554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temporal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90448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904488"/>
            <a:ext cx="1554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online gate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526280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vs sham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828032"/>
            <a:ext cx="1874519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pass p ≈ 3.8×10⁻⁶
cleanup p ≈ 9.1×10⁻¹³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NON-MONOTONICITY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Steering is not a volume knob</a:t>
            </a:r>
          </a:p>
        </p:txBody>
      </p:sp>
      <p:pic>
        <p:nvPicPr>
          <p:cNvPr id="7" name="Picture 6" descr="dense_curve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8046720" cy="44650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554480"/>
            <a:ext cx="2377440" cy="41605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1847088"/>
            <a:ext cx="1783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Why jagged?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237744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1472" y="2377440"/>
            <a:ext cx="146303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Token choice is discrete.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7152" y="290779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907792"/>
            <a:ext cx="146303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One token changes the future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4381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3438144"/>
            <a:ext cx="146303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Future gates then change.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968496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3968496"/>
            <a:ext cx="146303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Pass/fail is discontinuous.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9884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4498848"/>
            <a:ext cx="146303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One seed per task adds noise.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CALIBRATED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evidence supports a specific mechanism—not a universal correction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4924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2316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Interpretable association with post-solution boilerplate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8152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81528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Causal removal of test/import contamination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39896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39896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Specificity against sham and matched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9826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98264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Official evaluation changes on exact extracted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16636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783080"/>
            <a:ext cx="2560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NOT YET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423160"/>
            <a:ext cx="3886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Generalization beyond the selected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8152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81528"/>
            <a:ext cx="3886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Stable alpha peak across generation seeds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39896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39896"/>
            <a:ext cx="3886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Every 6404 activation means test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39826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98264"/>
            <a:ext cx="3886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A general pass/fail steering direction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40664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model difference became
a testable causal mechanism.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8755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Aptos"/>
              </a:rPr>
              <a:t>Taxonomy → sparse features → semantics → timing → gated steering →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96696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We did not find a universal feature of correctness.
We found a representation that helps explain why two models behave differently—and changing it changes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2412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Next: multi-seed replication · negative cohort · held-out selection/evaluation · token-level mechanism audit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· preliminary causal model diffing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METHOD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Appendix · exact screening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1031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2563EB"/>
                </a:solidFill>
                <a:latin typeface="Aptos"/>
              </a:rPr>
              <a:t>E/V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64208"/>
            <a:ext cx="2560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effect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27632"/>
            <a:ext cx="5486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  <a:latin typeface="Aptos"/>
              </a:rPr>
              <a:t>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64208"/>
            <a:ext cx="3657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SD of 200 permuted 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0287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Permutation 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4787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896111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Keep feature deltas fixed; shuffle positive/control labels within benchmark × transition.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31920"/>
            <a:ext cx="896111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Recompute the mean contrast for every feature after each shuffle.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1596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15968"/>
            <a:ext cx="896111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Use the feature-wise null SD as the denominator; compute nominal tail p separately.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00016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00016"/>
            <a:ext cx="8961119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With 200 permutations, minimum nominal p = 1/201 ≈ 0.00498; initial screen was not maxT-corrected.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