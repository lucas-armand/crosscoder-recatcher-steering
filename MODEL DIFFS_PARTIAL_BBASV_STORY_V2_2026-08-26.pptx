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two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alph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bbas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hange_and_outcome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deepseek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deepseek_f3048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deepseek_f3048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codellama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f13147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codellama_task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evidenc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transition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