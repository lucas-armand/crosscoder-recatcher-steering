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31.xml"/><Relationship Id="rId17" Type="http://schemas.openxmlformats.org/officeDocument/2006/relationships/slide" Target="slides/slide30.xml"/><Relationship Id="rId18" Type="http://schemas.openxmlformats.org/officeDocument/2006/relationships/slide" Target="slides/slide29.xml"/><Relationship Id="rId19" Type="http://schemas.openxmlformats.org/officeDocument/2006/relationships/slide" Target="slides/slide28.xml"/><Relationship Id="rId20" Type="http://schemas.openxmlformats.org/officeDocument/2006/relationships/slide" Target="slides/slide27.xml"/><Relationship Id="rId21" Type="http://schemas.openxmlformats.org/officeDocument/2006/relationships/slide" Target="slides/slide26.xml"/><Relationship Id="rId22" Type="http://schemas.openxmlformats.org/officeDocument/2006/relationships/slide" Target="slides/slide25.xml"/><Relationship Id="rId23" Type="http://schemas.openxmlformats.org/officeDocument/2006/relationships/slide" Target="slides/slide24.xml"/><Relationship Id="rId24" Type="http://schemas.openxmlformats.org/officeDocument/2006/relationships/slide" Target="slides/slide23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ansi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partia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epseek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eepseek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nex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