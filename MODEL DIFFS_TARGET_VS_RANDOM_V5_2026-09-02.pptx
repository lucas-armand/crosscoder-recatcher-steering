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300" r:id="rId38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32.xml"/><Relationship Id="rId17" Type="http://schemas.openxmlformats.org/officeDocument/2006/relationships/slide" Target="slides/slide31.xml"/><Relationship Id="rId18" Type="http://schemas.openxmlformats.org/officeDocument/2006/relationships/slide" Target="slides/slide30.xml"/><Relationship Id="rId19" Type="http://schemas.openxmlformats.org/officeDocument/2006/relationships/slide" Target="slides/slide29.xml"/><Relationship Id="rId20" Type="http://schemas.openxmlformats.org/officeDocument/2006/relationships/slide" Target="slides/slide28.xml"/><Relationship Id="rId21" Type="http://schemas.openxmlformats.org/officeDocument/2006/relationships/slide" Target="slides/slide27.xml"/><Relationship Id="rId22" Type="http://schemas.openxmlformats.org/officeDocument/2006/relationships/slide" Target="slides/slide26.xml"/><Relationship Id="rId23" Type="http://schemas.openxmlformats.org/officeDocument/2006/relationships/slide" Target="slides/slide25.xml"/><Relationship Id="rId24" Type="http://schemas.openxmlformats.org/officeDocument/2006/relationships/slide" Target="slides/slide24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11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5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5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e_text_crosscoder_train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