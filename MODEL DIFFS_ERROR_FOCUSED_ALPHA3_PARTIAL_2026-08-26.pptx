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78" r:id="rId29"/>
    <p:sldId id="279" r:id="rId30"/>
    <p:sldId id="260" r:id="rId11"/>
    <p:sldId id="261" r:id="rId12"/>
    <p:sldId id="262" r:id="rId13"/>
    <p:sldId id="280" r:id="rId31"/>
    <p:sldId id="263" r:id="rId14"/>
    <p:sldId id="264" r:id="rId15"/>
    <p:sldId id="281" r:id="rId32"/>
    <p:sldId id="282" r:id="rId33"/>
    <p:sldId id="283" r:id="rId34"/>
    <p:sldId id="284" r:id="rId35"/>
    <p:sldId id="285" r:id="rId36"/>
    <p:sldId id="286" r:id="rId37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5.xml"/><Relationship Id="rId30" Type="http://schemas.openxmlformats.org/officeDocument/2006/relationships/slide" Target="slides/slide6.xml"/><Relationship Id="rId31" Type="http://schemas.openxmlformats.org/officeDocument/2006/relationships/slide" Target="slides/slide10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ques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two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behav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transition_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paired_error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screen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to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_candidate_p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_steering_protoc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_alph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91626">
              <a:alpha val="3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91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t>OUTDATED · superseded candidate pool and/or non-canonical seed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_bbasv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91626">
              <a:alpha val="3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91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t>OUTDATED · superseded candidate pool and/or non-canonical seed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_change_and_outcome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91626">
              <a:alpha val="3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91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t>OUTDATED · superseded candidate pool and/or non-canonical seed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_deepseek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91626">
              <a:alpha val="3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91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t>OUTDATED · superseded candidate pool and/or non-canonical seed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_deepseek_f3048_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91626">
              <a:alpha val="3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91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t>OUTDATED · superseded candidate pool and/or non-canonical seed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_deepseek_f3048_lim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91626">
              <a:alpha val="3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91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t>OUTDATED · superseded candidate pool and/or non-canonical seed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_codellama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91626">
              <a:alpha val="3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91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t>OUTDATED · superseded candidate pool and/or non-canonical seed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_codellama_f13147_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91626">
              <a:alpha val="3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91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t>OUTDATED · superseded candidate pool and/or non-canonical seed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_codellama_task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91626">
              <a:alpha val="3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91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t>OUTDATED · superseded candidate pool and/or non-canonical seed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_evidence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91626">
              <a:alpha val="3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91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t>OUTDATED · superseded candidate pool and/or non-canonical seed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_clai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91626">
              <a:alpha val="3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91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t>OUTDATED · superseded candidate pool and/or non-canonical seed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91626">
              <a:alpha val="3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91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t>OUTDATED · superseded candidate pool and/or non-canonical seed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_concl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91626">
              <a:alpha val="3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91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t>OUTDATED · superseded candidate pool and/or non-canonical seed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_partial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_deepseek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_deepseek_concen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_feature24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_codellama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_next_to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