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300" r:id="rId38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  <p:sldId id="301" r:id="rId39"/>
    <p:sldId id="302" r:id="rId40"/>
    <p:sldId id="303" r:id="rId41"/>
    <p:sldId id="304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32.xml"/><Relationship Id="rId17" Type="http://schemas.openxmlformats.org/officeDocument/2006/relationships/slide" Target="slides/slide31.xml"/><Relationship Id="rId18" Type="http://schemas.openxmlformats.org/officeDocument/2006/relationships/slide" Target="slides/slide30.xml"/><Relationship Id="rId19" Type="http://schemas.openxmlformats.org/officeDocument/2006/relationships/slide" Target="slides/slide29.xml"/><Relationship Id="rId20" Type="http://schemas.openxmlformats.org/officeDocument/2006/relationships/slide" Target="slides/slide28.xml"/><Relationship Id="rId21" Type="http://schemas.openxmlformats.org/officeDocument/2006/relationships/slide" Target="slides/slide27.xml"/><Relationship Id="rId22" Type="http://schemas.openxmlformats.org/officeDocument/2006/relationships/slide" Target="slides/slide26.xml"/><Relationship Id="rId23" Type="http://schemas.openxmlformats.org/officeDocument/2006/relationships/slide" Target="slides/slide25.xml"/><Relationship Id="rId24" Type="http://schemas.openxmlformats.org/officeDocument/2006/relationships/slide" Target="slides/slide24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11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4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5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5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hyperlink" Target="https://github.com/AltafAllahAbbassi/ReCatcher/blob/main/ReCatcher/utils.py#L258-L301" TargetMode="External"/><Relationship Id="rId4" Type="http://schemas.openxmlformats.org/officeDocument/2006/relationships/hyperlink" Target="https://github.com/AltafAllahAbbassi/ReCatcher/blob/main/code_generation/generate_code.py#L14-L27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hyperlink" Target="https://zenodo.org/records/14997627" TargetMode="External"/><Relationship Id="rId4" Type="http://schemas.openxmlformats.org/officeDocument/2006/relationships/hyperlink" Target="https://github.com/AltafAllahAbbassi/ReCatcher" TargetMode="External"/><Relationship Id="rId5" Type="http://schemas.openxmlformats.org/officeDocument/2006/relationships/hyperlink" Target="https://github.com/Lucas-Armand/crosscoder-recatcher-steering/tree/presentation-v1/reports/recatcher_table1_v4_reconstruction_2026090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e_text_crosscoder_train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09584" y="1645920"/>
            <a:ext cx="5242428" cy="3291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278722" y="1645920"/>
            <a:ext cx="5303387" cy="3291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48626" y="1645920"/>
            <a:ext cx="3474633" cy="2263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352435" y="1645920"/>
            <a:ext cx="3474633" cy="2263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68435" y="1645920"/>
            <a:ext cx="3474633" cy="2263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